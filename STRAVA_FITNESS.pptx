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STRAVA FITNESS DATA ANALYTICS</a:t>
            </a:r>
          </a:p>
          <a:p>
            <a:pPr>
              <a:defRPr sz="2000">
                <a:solidFill>
                  <a:srgbClr val="B9DCEB"/>
                </a:solidFill>
              </a:defRPr>
            </a:pPr>
            <a:r>
              <a:t>EDA Case Study | Python • Pandas • Matplotlib • Seaborn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6858000" cy="118872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Executive focus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Understand activity behaviour, improve engagement, and identify opportunities to encourage premium adoption.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A06AF-9DDF-42DE-F5B4-6974A90520F4}"/>
              </a:ext>
            </a:extLst>
          </p:cNvPr>
          <p:cNvSpPr txBox="1"/>
          <p:nvPr/>
        </p:nvSpPr>
        <p:spPr>
          <a:xfrm>
            <a:off x="8273071" y="5897879"/>
            <a:ext cx="4036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Submitted By : SANKETH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1. 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What the analysis is designed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Identify activity trends that can attract new users and increase app usage.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Understand behaviour patterns that can support subscription and premium conversion.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Study activity, distance, steps and calorie relationships to improve user engagement.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Use customer activity patterns to inform campaigns, challenges and rewards.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508760"/>
            <a:ext cx="356616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Data scope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The notebook combines daily activity, calories, intensities, steps, sleep and weight-related datasets before EDA.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3246120"/>
            <a:ext cx="356616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Analysis approach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Data preparation → exploratory analysis → visual storytelling → business recommendations.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2. Data Preparation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A consolidated activity dataset was prepared for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</a:defRPr>
            </a:pPr>
            <a:r>
              <a:t>• Multiple Strava datasets were merged using date-based matching.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</a:defRPr>
            </a:pPr>
            <a:r>
              <a:t>• The notebook reports 1,004 rows and 39 columns after consolidation.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</a:defRPr>
            </a:pPr>
            <a:r>
              <a:t>• Duplicate records were checked and duplicate IDs were removed.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</a:defRPr>
            </a:pPr>
            <a:r>
              <a:t>• Missing values were handled to make the dataset analysis-ready.</a:t>
            </a:r>
          </a:p>
          <a:p>
            <a:pPr>
              <a:spcAft>
                <a:spcPts val="1000"/>
              </a:spcAft>
              <a:defRPr sz="1600">
                <a:solidFill>
                  <a:srgbClr val="2D3741"/>
                </a:solidFill>
              </a:defRPr>
            </a:pPr>
            <a:r>
              <a:t>• The notebook notes that replacing missing BMI, weight and sleep values with 0 can introduce unrealistic values; this is a data-quality limitation.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554480"/>
            <a:ext cx="3566160" cy="164592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Key quality note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Missing-value treatment should be revisited before production use; 'Missing' is more appropriate for categorical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3657600"/>
            <a:ext cx="3566160" cy="137160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Why it matters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Cleaner and more consistent activity records improve the reliability of engagement insights and future personalization.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3. Activity Trend: Daily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Daily activity varies across the observation period</a:t>
            </a:r>
          </a:p>
        </p:txBody>
      </p:sp>
      <p:pic>
        <p:nvPicPr>
          <p:cNvPr id="5" name="Picture 4" descr="cell_4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5836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508760"/>
            <a:ext cx="3749039" cy="164592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Insight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The notebook highlights an example daily total of 8,236 steps and indicates that users show recurring walking/activity behaviour.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3520440"/>
            <a:ext cx="3749039" cy="164592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Business implication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Use step-based challenges, streaks and milestone notifications to reinforce consistent activity.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4. Steps &amp; Calories: A Useful Engagement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Higher activity is generally associated with greater calorie expenditure</a:t>
            </a:r>
          </a:p>
        </p:txBody>
      </p:sp>
      <p:pic>
        <p:nvPicPr>
          <p:cNvPr id="5" name="Picture 4" descr="cell_1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9494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417320"/>
            <a:ext cx="338328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Insight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The EDA states that calorie expenditure varies across step counts, with higher activity levels generally associated with more calories burned.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657600"/>
            <a:ext cx="338328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Product opportunity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Create personalized step and calorie targets, then connect milestone completion to rewards or premium benefits.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5. Activity Tracking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Tracked distance and logged activity do not always align</a:t>
            </a:r>
          </a:p>
        </p:txBody>
      </p:sp>
      <p:pic>
        <p:nvPicPr>
          <p:cNvPr id="5" name="Picture 4" descr="cell_10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04088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417320"/>
            <a:ext cx="3429000" cy="192024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Insight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The notebook identifies variation between tracked distance and logged activity, suggesting differences in how consistently users record activities.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703320"/>
            <a:ext cx="342900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Business implication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Improve logging prompts and make activity capture frictionless so users build a more complete fitness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6.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Activity metrics move together in meaningful ways</a:t>
            </a:r>
          </a:p>
        </p:txBody>
      </p:sp>
      <p:pic>
        <p:nvPicPr>
          <p:cNvPr id="5" name="Picture 4" descr="cell_15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31520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417320"/>
            <a:ext cx="310896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Key relationship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The notebook specifically notes a strong positive relationship between steps and distance: more steps generally correspond to greater distance.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657600"/>
            <a:ext cx="3108960" cy="146304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Why it matters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These relationships can support smarter goal setting, progress tracking and personalized nudges.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7.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Turn the EDA into engagement and subscription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Encourage users to track and log daily distance alongside steps for more complete activity records.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Run fitness campaigns, challenges, webinars and reward programmes to increase participation.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Use achievement-based offers or discounts to connect fitness milestones with premium membership.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Use highly active dates and recurring activity patterns to design targeted challenges and rewards.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Improve activity logging consistency to strengthen the quality of future personalization.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283464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Expected impact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Higher engagement • stronger retention • better activity data • more opportunities for premium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8.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The analysis points to a simple growth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1 — Engage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Use challenges, streaks and milestones to keep users 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2 — Personalize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Use steps, distance and calorie relationships to tailor goals and nudges.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42900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2A74BA"/>
                </a:solidFill>
              </a:defRPr>
            </a:pPr>
            <a:r>
              <a:t>3 — Convert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t>Link fitness achievements with premium benefits to encourage subscription.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The core opportunity is not simply collecting more activity data — it is turning activity behaviour into repeat engagement.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The supplied EDA supports a strategy centred on consistent tracking, motivation and reward-led premium conversion.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</a:defRPr>
            </a:pPr>
            <a:r>
              <a:t>• Data-quality improvements should accompany these initiatives so future decisions are based on more reliable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E2D"/>
                </a:solidFill>
              </a:defRPr>
            </a:pPr>
            <a:r>
              <a:t>References &amp; Submission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Primary analysis source: supplied Strava_EDA.ipynb.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Case-study framing and submission requirements: supplied STRAVA FITNESS APP.pptx.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The notebook includes the EDA workflow, chart outputs, business objectives, recommendations and conclusion.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</a:defRPr>
            </a:pPr>
            <a:r>
              <a:t>• This presentation intentionally uses a focused set of the notebook's charts rather than reproducing every visualization.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D374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768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Sanketh S</dc:creator>
  <cp:keywords/>
  <dc:description>generated using python-pptx</dc:description>
  <cp:lastModifiedBy>Dhanush M Rao</cp:lastModifiedBy>
  <cp:revision>2</cp:revision>
  <dcterms:created xsi:type="dcterms:W3CDTF">2013-01-27T09:14:16Z</dcterms:created>
  <dcterms:modified xsi:type="dcterms:W3CDTF">2026-10-08T08:19:43Z</dcterms:modified>
  <cp:category/>
</cp:coreProperties>
</file>